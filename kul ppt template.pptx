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  <p:sldMasterId id="2147483694" r:id="rId2"/>
  </p:sldMasterIdLst>
  <p:notesMasterIdLst>
    <p:notesMasterId r:id="rId7"/>
  </p:notesMasterIdLst>
  <p:handoutMasterIdLst>
    <p:handoutMasterId r:id="rId8"/>
  </p:handoutMasterIdLst>
  <p:sldIdLst>
    <p:sldId id="265" r:id="rId3"/>
    <p:sldId id="267" r:id="rId4"/>
    <p:sldId id="266" r:id="rId5"/>
    <p:sldId id="261" r:id="rId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4D5D"/>
    <a:srgbClr val="DCE7F0"/>
    <a:srgbClr val="1D8DB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59" autoAdjust="0"/>
    <p:restoredTop sz="94652"/>
  </p:normalViewPr>
  <p:slideViewPr>
    <p:cSldViewPr snapToGrid="0" snapToObjects="1">
      <p:cViewPr varScale="1">
        <p:scale>
          <a:sx n="82" d="100"/>
          <a:sy n="82" d="100"/>
        </p:scale>
        <p:origin x="7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58" d="100"/>
          <a:sy n="158" d="100"/>
        </p:scale>
        <p:origin x="42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91CCF-F6FD-734B-854A-5BC033593B1E}" type="datetimeFigureOut">
              <a:rPr lang="nl-NL" smtClean="0"/>
              <a:t>29-11-2024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66214-DB21-4647-B5DA-0D17CA592867}" type="datetimeFigureOut">
              <a:rPr lang="nl-NL" smtClean="0"/>
              <a:t>29-11-2024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10" name="Rechthoek 9"/>
          <p:cNvSpPr/>
          <p:nvPr userDrawn="1"/>
        </p:nvSpPr>
        <p:spPr>
          <a:xfrm>
            <a:off x="0" y="648000"/>
            <a:ext cx="12193200" cy="621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 userDrawn="1"/>
        </p:nvSpPr>
        <p:spPr>
          <a:xfrm>
            <a:off x="0" y="647998"/>
            <a:ext cx="12193200" cy="445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75999" y="1080000"/>
            <a:ext cx="6096524" cy="4024798"/>
          </a:xfrm>
        </p:spPr>
        <p:txBody>
          <a:bodyPr anchor="ctr" anchorCtr="0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575999" y="5392801"/>
            <a:ext cx="6096524" cy="730188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248525" y="1654175"/>
            <a:ext cx="4368673" cy="44688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8617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F125-8D2F-407C-A946-0B214A077F46}" type="datetime1">
              <a:rPr lang="nl-BE" smtClean="0"/>
              <a:t>29/11/2024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Faculteit, departement, dienst …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524" cy="2386800"/>
          </a:xfrm>
        </p:spPr>
        <p:txBody>
          <a:bodyPr anchor="b"/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6779-A426-4C6E-B33F-12BA9B572EC4}" type="datetime1">
              <a:rPr lang="nl-BE" smtClean="0"/>
              <a:t>29/11/2024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Faculteit, departement, dienst …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2376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248262" y="3248513"/>
            <a:ext cx="4368673" cy="2376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420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264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DF61B-1080-4D20-8EAC-F5AC55182461}" type="datetime1">
              <a:rPr lang="nl-BE" smtClean="0"/>
              <a:t>29/11/2024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Faculteit, departement, dienst …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504031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 userDrawn="1">
          <p15:clr>
            <a:srgbClr val="FBAE40"/>
          </p15:clr>
        </p15:guide>
        <p15:guide id="2" pos="4203" userDrawn="1">
          <p15:clr>
            <a:srgbClr val="FBAE40"/>
          </p15:clr>
        </p15:guide>
        <p15:guide id="3" orient="horz" pos="36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F625-24B7-4F40-98BC-AFA043082CE9}" type="datetime1">
              <a:rPr lang="nl-BE" smtClean="0"/>
              <a:t>29/11/2024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Faculteit, departement, dienst …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Tijdelijke aanduiding voor tekst 2"/>
          <p:cNvSpPr>
            <a:spLocks noGrp="1"/>
          </p:cNvSpPr>
          <p:nvPr>
            <p:ph idx="1"/>
          </p:nvPr>
        </p:nvSpPr>
        <p:spPr>
          <a:xfrm>
            <a:off x="576000" y="1656000"/>
            <a:ext cx="54000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217200" y="1656000"/>
            <a:ext cx="5400000" cy="4464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5958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5421575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76000" y="2276271"/>
            <a:ext cx="5421575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56000"/>
            <a:ext cx="5445000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276271"/>
            <a:ext cx="5445000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42B6-1303-46D4-9581-5E95FC0B22E4}" type="datetime1">
              <a:rPr lang="nl-BE" smtClean="0"/>
              <a:t>29/11/2024</a:t>
            </a:fld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Faculteit, departement, dienst …</a:t>
            </a:r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400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F3976-FDFC-4D8C-ACD3-BCE6A597C36A}" type="datetime1">
              <a:rPr lang="nl-BE" smtClean="0"/>
              <a:t>29/11/2024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Faculteit, departement, dienst …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663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EA79-DE61-4EF0-8C65-B83CEE2687EB}" type="datetime1">
              <a:rPr lang="nl-BE" smtClean="0"/>
              <a:t>29/11/2024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Faculteit, departement, dienst …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77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Sl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/>
          <p:nvPr userDrawn="1"/>
        </p:nvSpPr>
        <p:spPr>
          <a:xfrm>
            <a:off x="0" y="0"/>
            <a:ext cx="12193200" cy="6209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9120" y="510988"/>
            <a:ext cx="11039793" cy="5184424"/>
          </a:xfrm>
        </p:spPr>
        <p:txBody>
          <a:bodyPr anchor="ctr" anchorCtr="0">
            <a:noAutofit/>
          </a:bodyPr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C5B9-2DE2-43DC-AAE2-5679419BAC4A}" type="datetime1">
              <a:rPr lang="nl-BE" smtClean="0"/>
              <a:t>29/11/2024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Faculteit, departement, dienst …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/>
        </p:nvSpPr>
        <p:spPr>
          <a:xfrm>
            <a:off x="0" y="647998"/>
            <a:ext cx="12193200" cy="6210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1350253"/>
            <a:ext cx="4648209" cy="5507747"/>
          </a:xfrm>
          <a:prstGeom prst="rect">
            <a:avLst/>
          </a:prstGeom>
        </p:spPr>
      </p:pic>
      <p:sp>
        <p:nvSpPr>
          <p:cNvPr id="12" name="Ondertitel 2"/>
          <p:cNvSpPr>
            <a:spLocks noGrp="1"/>
          </p:cNvSpPr>
          <p:nvPr>
            <p:ph type="subTitle" idx="1"/>
          </p:nvPr>
        </p:nvSpPr>
        <p:spPr>
          <a:xfrm>
            <a:off x="576003" y="4359604"/>
            <a:ext cx="8333999" cy="1655999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NL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6000" y="1800000"/>
            <a:ext cx="8334000" cy="2386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320380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7081-D270-4FBF-AE40-A52D674243CC}" type="datetime1">
              <a:rPr lang="nl-BE" smtClean="0"/>
              <a:t>29/11/2024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Faculteit, departement, dienst …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‹nr.›</a:t>
            </a:fld>
            <a:endParaRPr lang="nl-NL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 baseline="0">
                <a:solidFill>
                  <a:srgbClr val="1D8DB0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10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005E77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322770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9415A-EEF6-439C-A913-189A8C067023}" type="datetime1">
              <a:rPr lang="nl-BE" smtClean="0"/>
              <a:t>29/11/2024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Faculteit, departement, dienst …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‹nr.›</a:t>
            </a:fld>
            <a:endParaRPr lang="nl-N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nl-NL" dirty="0"/>
              <a:t>Klik om de stijl te bewerken</a:t>
            </a:r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2F4D5D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27069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07036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BB46EC33-4D1A-4426-91DF-270C2E654CCE}" type="datetime1">
              <a:rPr lang="nl-BE" smtClean="0"/>
              <a:t>29/11/2024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nl-NL"/>
              <a:t>Faculteit, departement, dienst …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61" r:id="rId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2" userDrawn="1">
          <p15:clr>
            <a:srgbClr val="F26B43"/>
          </p15:clr>
        </p15:guide>
        <p15:guide id="2" pos="7319" userDrawn="1">
          <p15:clr>
            <a:srgbClr val="F26B43"/>
          </p15:clr>
        </p15:guide>
        <p15:guide id="3" orient="horz" pos="3857" userDrawn="1">
          <p15:clr>
            <a:srgbClr val="F26B43"/>
          </p15:clr>
        </p15:guide>
        <p15:guide id="4" pos="36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16000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48C250A7-EEA6-4BD5-AB95-D7BF57F3506B}" type="datetime1">
              <a:rPr lang="nl-BE" smtClean="0"/>
              <a:t>29/11/2024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nl-NL"/>
              <a:t>Faculteit, departement, dienst …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3252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Faculteit, departement, dienst 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1</a:t>
            </a:fld>
            <a:endParaRPr lang="nl-NL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63" y="1302784"/>
            <a:ext cx="9149582" cy="1075165"/>
          </a:xfrm>
          <a:prstGeom prst="rect">
            <a:avLst/>
          </a:prstGeom>
        </p:spPr>
      </p:pic>
      <p:pic>
        <p:nvPicPr>
          <p:cNvPr id="8" name="Afbeelding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631" y="2511500"/>
            <a:ext cx="5003601" cy="3601730"/>
          </a:xfrm>
          <a:prstGeom prst="rect">
            <a:avLst/>
          </a:prstGeom>
        </p:spPr>
      </p:pic>
      <p:sp>
        <p:nvSpPr>
          <p:cNvPr id="7" name="Rechthoek 6"/>
          <p:cNvSpPr/>
          <p:nvPr/>
        </p:nvSpPr>
        <p:spPr>
          <a:xfrm>
            <a:off x="8494776" y="1544975"/>
            <a:ext cx="667512" cy="825719"/>
          </a:xfrm>
          <a:prstGeom prst="rect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/>
          <p:cNvSpPr/>
          <p:nvPr/>
        </p:nvSpPr>
        <p:spPr>
          <a:xfrm>
            <a:off x="9857232" y="5769864"/>
            <a:ext cx="1060704" cy="343366"/>
          </a:xfrm>
          <a:prstGeom prst="rect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Rechthoek 9"/>
          <p:cNvSpPr/>
          <p:nvPr/>
        </p:nvSpPr>
        <p:spPr>
          <a:xfrm>
            <a:off x="6980804" y="4550025"/>
            <a:ext cx="3730752" cy="714792"/>
          </a:xfrm>
          <a:prstGeom prst="rect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echthoek 10"/>
          <p:cNvSpPr/>
          <p:nvPr/>
        </p:nvSpPr>
        <p:spPr>
          <a:xfrm>
            <a:off x="611280" y="1241158"/>
            <a:ext cx="842616" cy="407375"/>
          </a:xfrm>
          <a:prstGeom prst="rect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hthoek 19"/>
          <p:cNvSpPr/>
          <p:nvPr/>
        </p:nvSpPr>
        <p:spPr>
          <a:xfrm>
            <a:off x="576000" y="2598911"/>
            <a:ext cx="5186017" cy="865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Voer allereerst je eigen faculteit, departement of dienst in via Invoegen | Koptekst en voettekst:</a:t>
            </a:r>
          </a:p>
        </p:txBody>
      </p:sp>
      <p:sp>
        <p:nvSpPr>
          <p:cNvPr id="22" name="Rechthoek 21"/>
          <p:cNvSpPr/>
          <p:nvPr/>
        </p:nvSpPr>
        <p:spPr>
          <a:xfrm>
            <a:off x="576000" y="4550024"/>
            <a:ext cx="5861376" cy="12198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Wijzig hier de standaard voettekst en kies voor Overal toepassen, zodat je op alle dia’s in je presentatie je eigen faculteit, departement of dienst te zien krijgt.</a:t>
            </a:r>
            <a:endParaRPr lang="nl-NL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76000" y="301681"/>
            <a:ext cx="11297232" cy="850464"/>
          </a:xfrm>
        </p:spPr>
        <p:txBody>
          <a:bodyPr>
            <a:noAutofit/>
          </a:bodyPr>
          <a:lstStyle/>
          <a:p>
            <a:r>
              <a:rPr lang="nl-BE" sz="3200" dirty="0"/>
              <a:t>Sjabloon aanpassen aan eigen faculteit, departement of dienst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1536321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inhoud 12"/>
          <p:cNvSpPr>
            <a:spLocks noGrp="1"/>
          </p:cNvSpPr>
          <p:nvPr>
            <p:ph idx="1"/>
          </p:nvPr>
        </p:nvSpPr>
        <p:spPr>
          <a:xfrm>
            <a:off x="576000" y="1166965"/>
            <a:ext cx="5400000" cy="2879255"/>
          </a:xfrm>
        </p:spPr>
        <p:txBody>
          <a:bodyPr/>
          <a:lstStyle/>
          <a:p>
            <a:r>
              <a:rPr lang="nl-BE" dirty="0"/>
              <a:t>Via Start | Nieuwe dia kan je de indeling van de nieuw te maken dia kiezen</a:t>
            </a:r>
          </a:p>
          <a:p>
            <a:r>
              <a:rPr lang="nl-BE" dirty="0"/>
              <a:t>Via Start | Indeling kan je de indeling van een bestaande dia wijzigen</a:t>
            </a:r>
            <a:endParaRPr lang="nl-NL" dirty="0"/>
          </a:p>
        </p:txBody>
      </p:sp>
      <p:pic>
        <p:nvPicPr>
          <p:cNvPr id="12" name="Afbeelding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597" y="1152145"/>
            <a:ext cx="4989687" cy="4730903"/>
          </a:xfrm>
          <a:prstGeom prst="rect">
            <a:avLst/>
          </a:prstGeom>
        </p:spPr>
      </p:pic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576000" y="301681"/>
            <a:ext cx="11041200" cy="850464"/>
          </a:xfrm>
        </p:spPr>
        <p:txBody>
          <a:bodyPr>
            <a:normAutofit/>
          </a:bodyPr>
          <a:lstStyle/>
          <a:p>
            <a:r>
              <a:rPr lang="nl-BE" sz="3200" dirty="0"/>
              <a:t>Gebruik van de indelingen in het sjabloon (1)</a:t>
            </a:r>
            <a:endParaRPr lang="nl-NL" sz="3200" dirty="0"/>
          </a:p>
        </p:txBody>
      </p:sp>
      <p:sp>
        <p:nvSpPr>
          <p:cNvPr id="2" name="Tijdelijke aanduiding voor voettekst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Faculteit, departement, dienst …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2</a:t>
            </a:fld>
            <a:endParaRPr lang="nl-NL"/>
          </a:p>
        </p:txBody>
      </p:sp>
      <p:sp>
        <p:nvSpPr>
          <p:cNvPr id="8" name="Rechthoek 7"/>
          <p:cNvSpPr/>
          <p:nvPr/>
        </p:nvSpPr>
        <p:spPr>
          <a:xfrm>
            <a:off x="7057800" y="1111935"/>
            <a:ext cx="842616" cy="343486"/>
          </a:xfrm>
          <a:prstGeom prst="rect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/>
          <p:cNvSpPr/>
          <p:nvPr/>
        </p:nvSpPr>
        <p:spPr>
          <a:xfrm>
            <a:off x="6583681" y="1112174"/>
            <a:ext cx="474118" cy="986755"/>
          </a:xfrm>
          <a:prstGeom prst="rect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0531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00" y="301681"/>
            <a:ext cx="11041200" cy="850464"/>
          </a:xfrm>
        </p:spPr>
        <p:txBody>
          <a:bodyPr>
            <a:normAutofit/>
          </a:bodyPr>
          <a:lstStyle/>
          <a:p>
            <a:r>
              <a:rPr lang="nl-BE" sz="3200" dirty="0"/>
              <a:t>Gebruik van de indelingen in het sjabloon (2)</a:t>
            </a:r>
            <a:endParaRPr lang="nl-NL" sz="3200" dirty="0"/>
          </a:p>
        </p:txBody>
      </p:sp>
      <p:sp>
        <p:nvSpPr>
          <p:cNvPr id="15" name="Tijdelijke aanduiding voor inhoud 14"/>
          <p:cNvSpPr>
            <a:spLocks noGrp="1"/>
          </p:cNvSpPr>
          <p:nvPr>
            <p:ph idx="1"/>
          </p:nvPr>
        </p:nvSpPr>
        <p:spPr>
          <a:xfrm>
            <a:off x="576000" y="1152145"/>
            <a:ext cx="5733360" cy="3275075"/>
          </a:xfrm>
        </p:spPr>
        <p:txBody>
          <a:bodyPr>
            <a:noAutofit/>
          </a:bodyPr>
          <a:lstStyle/>
          <a:p>
            <a:r>
              <a:rPr lang="nl-BE" sz="2000" dirty="0"/>
              <a:t>Op de </a:t>
            </a:r>
            <a:r>
              <a:rPr lang="nl-BE" sz="2000" dirty="0" err="1"/>
              <a:t>titeldia</a:t>
            </a:r>
            <a:r>
              <a:rPr lang="nl-BE" sz="2000" dirty="0"/>
              <a:t> en de twee sectiekoppen is ruimte voor afbeeldingen naar keuze aangebracht</a:t>
            </a:r>
          </a:p>
          <a:p>
            <a:r>
              <a:rPr lang="nl-BE" sz="2000" dirty="0"/>
              <a:t>Als alternatief voor het gebruik van afbeeldingen zijn er indelingen met de sedes van KU Leuven voorzien</a:t>
            </a:r>
          </a:p>
          <a:p>
            <a:r>
              <a:rPr lang="nl-BE" sz="2000" dirty="0"/>
              <a:t>Bestaande presentaties kunnen naar dit nieuwe sjabloon worden omgezet, maar niet zonder aanpassingen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Faculteit, departement, dienst 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3</a:t>
            </a:fld>
            <a:endParaRPr lang="nl-NL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597" y="1152145"/>
            <a:ext cx="4989687" cy="4730903"/>
          </a:xfrm>
          <a:prstGeom prst="rect">
            <a:avLst/>
          </a:prstGeom>
        </p:spPr>
      </p:pic>
      <p:sp>
        <p:nvSpPr>
          <p:cNvPr id="10" name="Rechthoek 9"/>
          <p:cNvSpPr/>
          <p:nvPr/>
        </p:nvSpPr>
        <p:spPr>
          <a:xfrm>
            <a:off x="576000" y="4673600"/>
            <a:ext cx="5542860" cy="12094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2400" dirty="0"/>
              <a:t>Verwijder deze drie instructiedia’s uit de uiteindelijke presentatie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812142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Ondertitel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829990"/>
      </p:ext>
    </p:extLst>
  </p:cSld>
  <p:clrMapOvr>
    <a:masterClrMapping/>
  </p:clrMapOvr>
</p:sld>
</file>

<file path=ppt/theme/theme1.xml><?xml version="1.0" encoding="utf-8"?>
<a:theme xmlns:a="http://schemas.openxmlformats.org/drawingml/2006/main" name="KU Leuven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U Leuven Sedes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U Leuven" id="{BC384CAF-57B4-4083-BC3D-22218BF4A46A}" vid="{75672E21-F18C-4958-94B8-19E54344552B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 Leuven</Template>
  <TotalTime>0</TotalTime>
  <Words>179</Words>
  <Application>Microsoft Office PowerPoint</Application>
  <PresentationFormat>Breedbeeld</PresentationFormat>
  <Paragraphs>17</Paragraphs>
  <Slides>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2</vt:i4>
      </vt:variant>
      <vt:variant>
        <vt:lpstr>Diatitels</vt:lpstr>
      </vt:variant>
      <vt:variant>
        <vt:i4>4</vt:i4>
      </vt:variant>
    </vt:vector>
  </HeadingPairs>
  <TitlesOfParts>
    <vt:vector size="8" baseType="lpstr">
      <vt:lpstr>Arial</vt:lpstr>
      <vt:lpstr>Calibri</vt:lpstr>
      <vt:lpstr>KU Leuven</vt:lpstr>
      <vt:lpstr>KU Leuven Sedes</vt:lpstr>
      <vt:lpstr>Sjabloon aanpassen aan eigen faculteit, departement of dienst</vt:lpstr>
      <vt:lpstr>Gebruik van de indelingen in het sjabloon (1)</vt:lpstr>
      <vt:lpstr>Gebruik van de indelingen in het sjabloon (2)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2017-09-13T11:47:32Z</dcterms:created>
  <dcterms:modified xsi:type="dcterms:W3CDTF">2024-11-29T12:30:02Z</dcterms:modified>
</cp:coreProperties>
</file>